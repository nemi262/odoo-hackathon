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7342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VB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01752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VendorBridge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Procurement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Vendor Management ERP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1148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Hackathon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44348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Code Crafters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06240" y="73152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Solving the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Procurement Crisis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206240" y="214884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AI-powered platform that replaces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spreadsheets, emails, and disconnected tools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one unified procurement command center.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06240" y="3291840"/>
            <a:ext cx="141732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333756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206240" y="385876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06440" y="3291840"/>
            <a:ext cx="141732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06440" y="333756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806440" y="385876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Engine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06640" y="3291840"/>
            <a:ext cx="141732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333756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406640" y="3858768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Procurement Problem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procurement looks in most organizations today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606040" cy="15087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64008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344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Spreadsheet Chaos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58191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data scattered across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Excel files with no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606040" cy="15087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143000"/>
            <a:ext cx="64008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2344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Email RFQ Process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58191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RFQs sent manually, quotations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in inconsistent formats,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compare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06040" cy="15087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143000"/>
            <a:ext cx="64008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2344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No Approval Workflow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2200" y="158191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approvals via email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bottlenecks and compliance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2606040" cy="15087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834640"/>
            <a:ext cx="64008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9260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Zero Visibility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327355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procurement data,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reports take days to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46120" y="2834640"/>
            <a:ext cx="2606040" cy="15087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2834640"/>
            <a:ext cx="64008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29260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Manual PO &amp; Invoicing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0" y="327355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orders and invoices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manually created, error-prone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time-consuming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2834640"/>
            <a:ext cx="2606040" cy="15087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2834640"/>
            <a:ext cx="64008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29260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Poor Vendor Tracking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72200" y="327355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performance history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rating system to inform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decisions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Introducing VendorBridge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Complete procurement visibility.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0" y="2157983"/>
            <a:ext cx="2286000" cy="10058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0" y="2141103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VendorBridge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chemeClr val="bg1">
                    <a:lumMod val="95000"/>
                  </a:scheme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ERP Platform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1005840"/>
            <a:ext cx="1920240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058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1417320"/>
            <a:ext cx="1143000" cy="0"/>
          </a:xfrm>
          <a:prstGeom prst="line">
            <a:avLst/>
          </a:prstGeom>
          <a:noFill/>
          <a:ln w="15240">
            <a:solidFill>
              <a:srgbClr val="1A56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286000"/>
            <a:ext cx="1920240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860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0" y="2697480"/>
            <a:ext cx="1143000" cy="0"/>
          </a:xfrm>
          <a:prstGeom prst="line">
            <a:avLst/>
          </a:prstGeom>
          <a:noFill/>
          <a:ln w="15240">
            <a:solidFill>
              <a:srgbClr val="1A56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566160"/>
            <a:ext cx="1920240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5661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0" y="3977640"/>
            <a:ext cx="1143000" cy="0"/>
          </a:xfrm>
          <a:prstGeom prst="line">
            <a:avLst/>
          </a:prstGeom>
          <a:noFill/>
          <a:ln w="15240">
            <a:solidFill>
              <a:srgbClr val="1A56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1005840"/>
            <a:ext cx="1920240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10058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15000" y="1399032"/>
            <a:ext cx="868680" cy="18288"/>
          </a:xfrm>
          <a:prstGeom prst="line">
            <a:avLst/>
          </a:prstGeom>
          <a:noFill/>
          <a:ln w="15240">
            <a:solidFill>
              <a:srgbClr val="1A56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2286000"/>
            <a:ext cx="1920240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2860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 flipV="1">
            <a:off x="5943600" y="2697480"/>
            <a:ext cx="640080" cy="0"/>
          </a:xfrm>
          <a:prstGeom prst="line">
            <a:avLst/>
          </a:prstGeom>
          <a:noFill/>
          <a:ln w="15240">
            <a:solidFill>
              <a:srgbClr val="1A56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0" y="3566160"/>
            <a:ext cx="1920240" cy="8229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35661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38092" y="3977636"/>
            <a:ext cx="745588" cy="4"/>
          </a:xfrm>
          <a:prstGeom prst="line">
            <a:avLst/>
          </a:prstGeom>
          <a:noFill/>
          <a:ln w="15240">
            <a:solidFill>
              <a:srgbClr val="1A56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526280"/>
            <a:ext cx="4023360" cy="411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526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Copilot &amp; Recommendations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4526280"/>
            <a:ext cx="4023360" cy="411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4526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Analytics &amp; Reporting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8-Step Procurement Lifecycle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vendor onboarding to invoice — fully automated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1188720"/>
            <a:ext cx="457200" cy="45720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71907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Registration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0574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vendors with GST, categories &amp; ratings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286000" y="1920240"/>
            <a:ext cx="182880" cy="0"/>
          </a:xfrm>
          <a:prstGeom prst="line">
            <a:avLst/>
          </a:prstGeom>
          <a:noFill/>
          <a:ln w="19050">
            <a:solidFill>
              <a:srgbClr val="1A56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109728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188720"/>
            <a:ext cx="457200" cy="45720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171907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 Creation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0" y="20574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structured Requests for Quotation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434840" y="1920240"/>
            <a:ext cx="182880" cy="0"/>
          </a:xfrm>
          <a:prstGeom prst="line">
            <a:avLst/>
          </a:prstGeom>
          <a:noFill/>
          <a:ln w="19050">
            <a:solidFill>
              <a:srgbClr val="1A56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109728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0" y="1188720"/>
            <a:ext cx="457200" cy="45720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09160" y="171907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Quotation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20574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submit bids via self-service portal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583680" y="1920240"/>
            <a:ext cx="182880" cy="0"/>
          </a:xfrm>
          <a:prstGeom prst="line">
            <a:avLst/>
          </a:prstGeom>
          <a:noFill/>
          <a:ln w="19050">
            <a:solidFill>
              <a:srgbClr val="1A56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0" y="109728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52360" y="1188720"/>
            <a:ext cx="457200" cy="45720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5236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0" y="171907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 Compare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0" y="205740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side-by-side vendor comparison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301752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05840" y="3108960"/>
            <a:ext cx="457200" cy="45720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11480" y="363931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Workflow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multi-level approval routing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286000" y="3840480"/>
            <a:ext cx="182880" cy="0"/>
          </a:xfrm>
          <a:prstGeom prst="line">
            <a:avLst/>
          </a:prstGeom>
          <a:noFill/>
          <a:ln w="19050">
            <a:solidFill>
              <a:srgbClr val="1A56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68880" y="301752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154680" y="3108960"/>
            <a:ext cx="457200" cy="45720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5468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560320" y="363931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560320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POs upon approval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434840" y="3840480"/>
            <a:ext cx="182880" cy="0"/>
          </a:xfrm>
          <a:prstGeom prst="line">
            <a:avLst/>
          </a:prstGeom>
          <a:noFill/>
          <a:ln w="19050">
            <a:solidFill>
              <a:srgbClr val="1A56D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17720" y="301752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303520" y="3108960"/>
            <a:ext cx="457200" cy="45720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709160" y="363931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Generation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09160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 GST-compliant invoices from POs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583680" y="3840480"/>
            <a:ext cx="182880" cy="0"/>
          </a:xfrm>
          <a:prstGeom prst="line">
            <a:avLst/>
          </a:prstGeom>
          <a:noFill/>
          <a:ln w="19050">
            <a:solidFill>
              <a:srgbClr val="1A56D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66560" y="3017520"/>
            <a:ext cx="1965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452360" y="3108960"/>
            <a:ext cx="457200" cy="45720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5236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858000" y="3639312"/>
            <a:ext cx="1783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858000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spend &amp; vendor performance reports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Intelligence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procurement decisions backed by data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697480" cy="374904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Procurement Copilot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2423160" cy="0"/>
          </a:xfrm>
          <a:prstGeom prst="line">
            <a:avLst/>
          </a:prstGeom>
          <a:noFill/>
          <a:ln w="12700">
            <a:solidFill>
              <a:srgbClr val="DBEA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47088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105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pending approvals"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350008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134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"Recommend best vendor"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852928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8163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"Generate monthly report"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55848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192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procurement spend"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4389120"/>
            <a:ext cx="2697480" cy="457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3891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to procurement insights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0" y="1097280"/>
            <a:ext cx="2697480" cy="37490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11887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AI Vendor Recommendation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37560" y="1719072"/>
            <a:ext cx="2423160" cy="0"/>
          </a:xfrm>
          <a:prstGeom prst="line">
            <a:avLst/>
          </a:prstGeom>
          <a:noFill/>
          <a:ln w="12700">
            <a:solidFill>
              <a:srgbClr val="BBF7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37560" y="1847088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0440" y="18105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rating analysis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37560" y="2350008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0440" y="23134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delivery success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37560" y="2852928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28163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pass rates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37560" y="3355848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0440" y="33192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benchmarks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0" y="4389120"/>
            <a:ext cx="2697480" cy="457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0" y="43891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why a vendor was recommended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80760" y="1097280"/>
            <a:ext cx="2697480" cy="374904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11887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AI Risk Detection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1719072"/>
            <a:ext cx="2423160" cy="0"/>
          </a:xfrm>
          <a:prstGeom prst="line">
            <a:avLst/>
          </a:prstGeom>
          <a:noFill/>
          <a:ln w="12700">
            <a:solidFill>
              <a:srgbClr val="FED7A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0" y="1847088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18105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vendor flagging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17920" y="2350008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23134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anomaly alerts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0" y="2852928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28163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bottleneck detection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17920" y="3355848"/>
            <a:ext cx="109728" cy="109728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331927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dependency risks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80760" y="4389120"/>
            <a:ext cx="2697480" cy="457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80760" y="43891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real-time monitoring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VendorBridge?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differentiators over traditional procurement ERPs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269748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269748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Modern UX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09344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Linear, Ramp, Brex &amp; Stripe. Clean, intuitive interface that teams actually want to use.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097280"/>
            <a:ext cx="269748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097280"/>
            <a:ext cx="269748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2618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Decision Support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609344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data storage — intelligent recommendations, risk detection, and procurement copilot.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0760" y="1097280"/>
            <a:ext cx="269748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097280"/>
            <a:ext cx="269748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2618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Executive Dashboards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1609344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procurement intelligence with spend analytics, vendor scorecards, and trend reports.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926080"/>
            <a:ext cx="269748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26080"/>
            <a:ext cx="269748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906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Full Automation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438144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RFQ to invoice — automated PO generation, approval routing, and document creation.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2926080"/>
            <a:ext cx="269748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926080"/>
            <a:ext cx="269748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30906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Enterprise Compliance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37560" y="3438144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GST-compliant invoicing, full audit trails, role-based access control, and approval logging.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80760" y="2926080"/>
            <a:ext cx="269748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0760" y="2926080"/>
            <a:ext cx="2697480" cy="640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30906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Built on Odoo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7920" y="3438144"/>
            <a:ext cx="2423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Leverages the full power of Odoo ERP ecosystem with seamless integration to existing modules.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Uses VendorBridge?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key roles with distinct workflows and benefits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1965960" cy="374904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🧑‍💼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Officer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167128"/>
            <a:ext cx="1783080" cy="0"/>
          </a:xfrm>
          <a:prstGeom prst="line">
            <a:avLst/>
          </a:prstGeom>
          <a:noFill/>
          <a:ln w="12700">
            <a:solidFill>
              <a:srgbClr val="DBEA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2860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5146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manual work, difficult comparison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32004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Benefit: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342900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sourcing, automated comparison, better vendor selection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68880" y="1051560"/>
            <a:ext cx="1965960" cy="374904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11430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🏭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560320" y="1691640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/ Suppliers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0" y="2167128"/>
            <a:ext cx="1783080" cy="0"/>
          </a:xfrm>
          <a:prstGeom prst="line">
            <a:avLst/>
          </a:prstGeom>
          <a:noFill/>
          <a:ln w="12700">
            <a:solidFill>
              <a:srgbClr val="BBF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22860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60320" y="25146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communication, no visibility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60320" y="32004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Benefit: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60320" y="342900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portal, real-time status tracking, faster decisions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17720" y="1051560"/>
            <a:ext cx="1965960" cy="374904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11430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👔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709160" y="1691640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/ Approvers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167128"/>
            <a:ext cx="1783080" cy="0"/>
          </a:xfrm>
          <a:prstGeom prst="line">
            <a:avLst/>
          </a:prstGeom>
          <a:noFill/>
          <a:ln w="12700">
            <a:solidFill>
              <a:srgbClr val="FED7A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2860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09160" y="25146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approvals, no visibility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09160" y="32004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Benefit: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09160" y="342900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approval center, timeline tracking, spend analytics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766560" y="1051560"/>
            <a:ext cx="1965960" cy="3749040"/>
          </a:xfrm>
          <a:prstGeom prst="rect">
            <a:avLst/>
          </a:prstGeom>
          <a:solidFill>
            <a:srgbClr val="FAF5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114300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858000" y="1691640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58000" y="2167128"/>
            <a:ext cx="1783080" cy="0"/>
          </a:xfrm>
          <a:prstGeom prst="line">
            <a:avLst/>
          </a:prstGeom>
          <a:noFill/>
          <a:ln w="12700">
            <a:solidFill>
              <a:srgbClr val="DDD6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22860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58000" y="25146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control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58000" y="3200400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Benefit: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58000" y="342900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visibility, audit logging, compliance monitoring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Screenshots — Dashboard &amp; Vendor Management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12344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800600" y="27432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71600" y="446227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actual application screenshots above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963510E-0467-FB5F-A02E-E013FFB26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6" y="589482"/>
            <a:ext cx="4462704" cy="217556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7C28F5F-629B-2CBC-F265-4613234CAE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5941" y="578557"/>
            <a:ext cx="4572000" cy="219741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15F6213-923C-52DB-6B87-3BCF48A237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4618" y="2783186"/>
            <a:ext cx="4206240" cy="224601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387E96B-DEC1-C1AE-D579-10D39D50E8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1197" y="2774194"/>
            <a:ext cx="4779498" cy="22971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006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Odoo ERP with modern AI integrations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74980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1371600" cy="7498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0240" y="1097280"/>
            <a:ext cx="6675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QWeb Templates  •  XML Views  •  JavaScript OWL Framework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84248"/>
            <a:ext cx="8412480" cy="749808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984248"/>
            <a:ext cx="1371600" cy="7498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84248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1984248"/>
            <a:ext cx="6675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 •  Odoo ORM  •  Custom Odoo Modules  •  REST API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71216"/>
            <a:ext cx="8412480" cy="74980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871216"/>
            <a:ext cx="1371600" cy="7498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71216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0240" y="2871216"/>
            <a:ext cx="6675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API  •  AI Copilot  •  Vendor Recommendation Engine  •  Risk Detection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758184"/>
            <a:ext cx="8412480" cy="749808"/>
          </a:xfrm>
          <a:prstGeom prst="rect">
            <a:avLst/>
          </a:prstGeom>
          <a:solidFill>
            <a:srgbClr val="FAF5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758184"/>
            <a:ext cx="1371600" cy="7498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758184"/>
            <a:ext cx="1371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920240" y="3758184"/>
            <a:ext cx="6675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•  Odoo Data Models  •  Audit Log Tables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Built for Odoo Hackathon 2025  •  Code Crafters Team  •  VendorBridge v1.0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VendorBridge — Reimagining Procurement for Modern Organizations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8046720" cy="0"/>
          </a:xfrm>
          <a:prstGeom prst="line">
            <a:avLst/>
          </a:prstGeom>
          <a:noFill/>
          <a:ln w="1524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Complete 8-step procurement lifecycle automation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AI Copilot, Vendor Recommendation &amp; Risk Detection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GST-compliant invoicing &amp; purchase order generation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Role-based workflows for all stakeholders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Real-time analytics &amp; executive dashboards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389120"/>
            <a:ext cx="3840480" cy="5029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548640" y="43891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Code Crafters  |  Odoo Hackathon 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4434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❤️ using Odoo ERP + Claude 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727</Words>
  <Application>Microsoft Office PowerPoint</Application>
  <PresentationFormat>On-screen Show (16:9)</PresentationFormat>
  <Paragraphs>187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VendorBridge - Odoo Hackathon</dc:title>
  <dc:subject>PptxGenJS Presentation</dc:subject>
  <dc:creator>PptxGenJS</dc:creator>
  <cp:lastModifiedBy>Nemi Mody</cp:lastModifiedBy>
  <cp:revision>3</cp:revision>
  <dcterms:created xsi:type="dcterms:W3CDTF">2026-06-06T11:14:42Z</dcterms:created>
  <dcterms:modified xsi:type="dcterms:W3CDTF">2026-06-06T11:43:59Z</dcterms:modified>
</cp:coreProperties>
</file>